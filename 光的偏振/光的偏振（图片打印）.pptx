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01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7FFA7AA-6DC8-C53C-262E-A497D34DDC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84171" cy="28458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1DE479-1B2B-9CAE-F9E7-BE6D9D5896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" y="2992056"/>
            <a:ext cx="4676503" cy="259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0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2DDBE7D-DC92-B0C7-AD81-8AC2883FA4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81507" cy="428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7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C429053-2F69-F196-618A-425753452A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967330" cy="428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9142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8619980875236</cp:lastModifiedBy>
  <cp:revision>5</cp:revision>
  <dcterms:created xsi:type="dcterms:W3CDTF">2023-08-09T12:44:00Z</dcterms:created>
  <dcterms:modified xsi:type="dcterms:W3CDTF">2026-10-19T14:04:01Z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