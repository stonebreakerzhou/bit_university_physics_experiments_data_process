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101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438320C-BB41-C573-AD6A-0CBB09434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683645" y="683644"/>
            <a:ext cx="4578323" cy="32110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63FDA34-83C7-00E9-D649-55BEBAC94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436785" y="774251"/>
            <a:ext cx="4578320" cy="302982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14AD681-787A-698D-FEAE-600E0534A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5083932" y="1156923"/>
            <a:ext cx="5307452" cy="299360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24CBE73-E073-A912-0FFB-F5F636DF6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8604682" y="629775"/>
            <a:ext cx="4217584" cy="295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66745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8619980875236</cp:lastModifiedBy>
  <cp:revision>5</cp:revision>
  <dcterms:created xsi:type="dcterms:W3CDTF">2023-08-09T12:44:00Z</dcterms:created>
  <dcterms:modified xsi:type="dcterms:W3CDTF">2026-10-20T13:38:53Z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